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57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OUTPUTS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viennent les chiffres ?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pas à pas des 10 use cases : inputs → jointure → calcul → seuil k-anon → 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4572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output est le résultat d'une formule SQL visible.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trace chaque chiffre jusqu'à sa source dans les tables.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411480" cy="41148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5212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k-anonymité (≥50 / ≥100 selon plateformes) est le gardien.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moins de 50 users : ligne FILTRÉE. Partie visible du coût de la confidentialité.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897880"/>
            <a:ext cx="411480" cy="41148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897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5852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Lift, CVR, ROAS : ce sont des formules de collège appliquées à de la big data.  </a:t>
            </a:r>
            <a:r>
              <a:rPr lang="en-US" sz="13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etre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main sur papier.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patterns de calcul qui reviennent dans les 10 UC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ces 3 patterns compris, tous les outputs deviennent lisibles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3822192" cy="5029200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382219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JOIN &amp; COMPTE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les users COMMUNS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user_hash)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 INNER JOIN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A.hash = B.hash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EXEMPLE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34564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127 400 clients communs Carrefour × L'Oréal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cardinality du INNER JOIN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577840"/>
            <a:ext cx="3456432" cy="54864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5778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DANS : UC1 • UC3 • UC7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70248" y="1280160"/>
            <a:ext cx="3822192" cy="5029200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1280160"/>
            <a:ext cx="3822192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353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CVR &amp; LIFT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7408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 l'incrémentalité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53128" y="228600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2331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44568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CVR_X = convs_X / users_X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absolu = CVR_exp − CVR_ctrl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relatif = Lift_abs / CVR_ctrl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53128" y="388620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EXEMPLE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53128" y="4160520"/>
            <a:ext cx="34564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CVR exposés 2,20% vs contrôle 1,40%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Lift relatif +57%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53128" y="5577840"/>
            <a:ext cx="3456432" cy="54864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5778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DANS : UC2 • UC6 • UC10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0456" y="1280160"/>
            <a:ext cx="3822192" cy="5029200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9050">
            <a:solidFill>
              <a:srgbClr val="F9B2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0456" y="1280160"/>
            <a:ext cx="3822192" cy="7772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1353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AGGREG + k-ANON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57616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 confidentialité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03336" y="2286000"/>
            <a:ext cx="3456432" cy="141732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94776" y="2331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94776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dim1, dim2, COUNT(*)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dim1, dim2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COUNT(DISTINCT uid) ≥ 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3336" y="388620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EXEMPLE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03336" y="4160520"/>
            <a:ext cx="34564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Desktop 55+ (95 users) — reporté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55+ (38 users) — FILTRÉ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03336" y="5577840"/>
            <a:ext cx="3456432" cy="54864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F9B2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3336" y="55778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DANS : UC4 • UC5 • UC8 • UC9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Co-branding Carrefour × L'Oréal : comment on trouve 127 400 clients communs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carrefour_crm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10 000 000 lignes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hash_phone, spend_y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a3f2e8...  e192...  824€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b7d4a1...  c831...  412€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loreal_crm_premium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4 000 000 lignes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hash_phone, freq_premium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a3f2e8...  e192...  3,2/an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d91bc4...  f452...  1,1/an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dans TEE Decentriq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 2 CRM sont chargés dans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l'enclave chiffrée. NI Carrefour NI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L'Oréal NI Decentriq ne peuvent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lire le contenu.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sur hash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ON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A.hash_email = B.hash_email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A.hash_phone = B.hash_phone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ligne = client présent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dans les 2 bases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k-anonymité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COUNT(user) ≥ 100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pour chaque segment retourné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 moins 100 clients sous-jacents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(règle contractuelle DCR)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communs identifiés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127 400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cardinality du INNER JOIN après filtre k≥100. Agrégats autorisés : panier moy. 86€ / 142€, fréq. 2,3. Aucun hash en clair ne sort du TEE.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Lift Sanofi pharma : comment on arrive à +2,8 pp et IC 95%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sanofi_exposition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180 000 users exposés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contrôle (Ghost PSA)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user_hash, exposed_flag, date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a9...  1  2026-03-02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b3...  0  2026-03-05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hopital_rdv_depistage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~24 000 RDV (agrégé)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user_hash, rdv_date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a9...  2026-03-08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c1...  2026-03-15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expo × RDV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ON user_hash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 ligne par user avec flag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'a_pris_rdv' (0/1)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 flag 'exposé' (0/1)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par groupe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CVR_exposé  = 20 520 / 180 000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 11,4 %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CVR_contrôle = 5 160 / 60 000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  8,6 %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statistique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absolu  = 11,4 – 8,6 = +2,8 pp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relatif = 2,8 / 8,6 = +33 %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z-test 2 prop → IC95 [+1,9; +3,7]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&lt; 0,01  → significatif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de dépistage causé par la campagne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+33 %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z-test à 2 proportions. L'IC 95% [+1,9 ; +3,7 pp] est donné par √(p(1-p)/n) sur chaque groupe. Le TEE ne sort QUE ces 4 agrégats.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M6 × Heineken : comment on passe de 1,8M à 310K foyers activables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bunker_M6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10 000 000 foyers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hash_mail, postal, freq_sport_TV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12af...  75012  lundi×4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93be...  33000  mardi×2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bunker_Heineken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1 800 000 conso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hash_mail, conso_craft_mois, arpu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12af...  8 packs   45€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47cd...  2 packs   12€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décentralisé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bunker reste CHEZ son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propriétaire. InfoSum route la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requête. Match probabiliste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hash_mail OR postal+nom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+ filtre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 brut : 820 000 foyers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conso_craft_mois ≥ 6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'heavy drinkers premium'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310 000 foyers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TV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freq_sport_TV M6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soirée_sport ≥ 2/sem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score affinité TV soir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74 % des 310K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cible activable ATV + digital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310 000 foyers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820K overlap ∩ 'heavy drinkers' (≥6 packs/mois). ARPU moyen = Σ arpu / n = 45€/mois. La donnée ne quitte jamais les bunkers — seuls les agrégats sortent.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— Unilever Knorr : comment on trouve 41% d'overlap cross-publishers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bunkers publishers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TF1: 14M  •  Carrefour: 9M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11M  •  TikTok: 4M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hash_mail, impressions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 publisher 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hash_mail, # impressions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(38M en SOMMES)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bunker_Unilever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Plan média : 4 campaigns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réparti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campaign_id, publisher, budget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KNR01  TF1        420k€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KNR01  Meta       180k€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naïve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publishers claimed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14M + 9M + 11M + 4M = 38M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(chacun rapporte son reach)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 cross-bunkers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hash_mail)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 4 bunkers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22,4M uniques RÉELS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overlap &amp; freq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 = (38M − 22,4M) / 38M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15,6M / 38M = 41 %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moy = 38M imp / 22,4M users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1,70× claimed, 5,2 réel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comptage détecté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41 %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somme des reach publisher (38M) moins le reach dédupliqué (22,4M) = 15,6M doublons. Arbitrage : 41% du budget imp est redondant → cap de fréquence cross-canal.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 — Decathlon cookieless : comment on arrive à 2,88× endpoints par user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decathlon_crm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5 200 000 clients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(5,2M lignes)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liveramp_identity_graph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~250M RampIDs US + FR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~750M device endpoints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RampID, mobile_ads_id, CTV_id,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hashed_IP, postal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RID_873...  maid:xx  ctv:yy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ip:zz  75003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hash → RampID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crm.hash = graph.hash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rate = matched / total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4 212 000 / 5 200 000 = 81 %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cross-device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RampID pointe vers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mobile_ads_id  +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CTV_id         +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hashed_IP     = 12,1M endpoints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d'adressabilité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endpoints/user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12,1M / 4,2M = 2,88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chaque client touchable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sur ~3 canaux différents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reconnaissance cross-device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 ×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SUM(endpoints) / COUNT(DISTINCT RampID matched). C'est la clé de voûte du retargeting cookieless : 1 client CRM → 3 points de contact activables sur 5 DSPs.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UC6 — P&amp;G × Kroger closed-loop : pourquoi le ROAS 'réel' = 2,45× (vs 6,20× affiché)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kroger_mIIM_exposures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2 800 000 RampIDs exposés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700 000 contrôle PSA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RampID, campaign_id, date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RID_...  ariel_spring  2026-03-02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kroger_pos_transactions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Achats Ariel chez Kroger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~4M tickets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RampID, sku, amount, date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RID_...  ARL-003  12,99$  2026-03-10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expo × achat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ON RampID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sku LIKE 'ARL-%'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achats attribuables expo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1 680 000 RampIDs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contrôle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CVR_expo   = 1,68M / 2,8M = 60 %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CVR_ctrl   = 0,35M / 0,7M = 50 %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exposés = +10 pp → +18 %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2 versions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Revenue_expo (last-click)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Ariel sales exposés = 62M$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mIIM</a:t>
            </a: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spend = 10M$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ROAS last-click 6,20×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 INCR = 62M × (10/60) = 10,3M$ ?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ROAS INCRÉMENTAL 2,45×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incrémental (le VRAI)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 ×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(Revenue_expo − Revenue_contrôle projeté) /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mIIM_spend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60% du ROAS affiché (6,20×) n'est pas causal — ces achats auraient eu lieu sans la pub. Seul le 2,45× paie vraiment le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mIIM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UC7 — BNP × AXA : comment on segmente 180 400 clients en 4 tiers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bnp.clients (Secure Share)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8 200 000 clients bancaires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hash_iban, score_immo,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ancienneté_an, âge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a2...  i4...  82/100  12  45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b7...  j3...  41/100   3  29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axa.contrats (Secure Share)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6 400 000 assurés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hash_iban, panier_an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a2...  i4...  1 240€/an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c5...  k2...    820€/an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Share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bnp.clients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axa.contrats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(hash_email OR hash_iban)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Access Policy = masque PII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180 400 clients communs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Snowpark 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0.5 × bnp.score_immo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 × axa.panier_an (norm.)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+ 0.2 × ancienneté_norm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(modèle entraîné dans la DCR)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Bucketing par quartiles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WHEN score ≥ 80 → 'Proche acq.' (22K)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WHEN score ≥ 60 → 'Cross-sell'  (42K)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WHEN score ≥ 40 → 'À nurture'   (60K)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          'Low propensity' (56K)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segmentés par propension cross-sell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180 400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COUNT(DISTINCT client) après join sécurisé. Score fabriqué par Snowpark ML dans la clean room — le modèle ne sort jamais, seuls les libellés de segments sont écrits dans chaque compte.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UC8 — Orange churn : comment on fait passer l'AUC de 0,72 à 0,84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orange.features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28 000 000 abonnés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arpu, jours_sans_conso,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nb_appels_SAV, baisse_usage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a2...  32€  45j  3  -18%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partners_enrich (shares)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Spotify: signaux usage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Canal+: baisse streaming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Fnac: e-commerce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hash_email, signal_name, value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a2...  baisse_stream_m1  TRUE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a2...  baisse_ecom_m2    TRUE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dans DCR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orange × partners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28M rows × 92 features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 18 features interne)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XGBoost (Snowpark)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Train/test split 80/20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AUC     = 0,72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signaux externes = 0,84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SHAP top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baisse_stream (+0,06)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baisse_ecom   (+0,04)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&amp; bucket risque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p_churn ≥ 0,75  → 'Haut' (48 000)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0,40–0,75      → 'Moyen' (126 000)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&lt;0,40           → 'Bas'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précision @ top 1% = 78 %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du modèle de churn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Aire sous la courbe ROC mesurée sur le test set. Le gain (+0,12 AUC) est attribuable aux signaux externes via SHAP. Les données partenaires restent dans leurs comptes Snowflake — seules les features passent.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UC9 — ModeVerte YouTube : comment on arrive à 17 380 users (et pourquoi 133 sont filtrés)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google_ads_impressions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~420 000 impressions YouTube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~18 500 users uniques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user_id, device, age_bucket,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campaign_name, view_pct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 Mobile   25-34  Spring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 Desktop  55+    Spring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customer_match.crm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4 800 clients uploadés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user_id_hash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... (hashs SHA-256)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device × âge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device, age_bucket,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user_id) AS reach,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SUM(impressions) AS imp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google_ads_impressions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device, age_bucket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k-anon ADH (≥50)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COUNT(DISTINCT user_id) ≥ 50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 segments &lt; 50 FILTRÉS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Desktop 55+ (95) – Tablette 55+ (38)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133 users non-reportés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par segment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SUM(impressions)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 COUNT(DISTINCT user_id)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 Mobile 25-34 :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18 430 / 4 820 = 3,82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segment SATURÉ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unique filtrable (post k-anon)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17 380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somme des COUNT(DISTINCT user_id) des 11 buckets ≥ 50. Les 133 users hors seuil sont invisibles : c'est le coût de la règle de confidentialité Google.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UC10 — ModeVerte lift ghost-ads : comment +57% de lift devient 1 747 convs incrémentales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 brut à l'output final — chaque chiffre tracé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ghost_ads.experiment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218 400 exposés (TEST)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54 600 contrôle (CONTROL PSA)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user_id, test_group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 TEST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 CONTROL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(randomisé par Google)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E8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ads_conversions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~5 600 achats totaux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Cols: user_id, conversion_ts, revenue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 2026-03-15  149€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  2026-03-22   78€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023360"/>
            <a:ext cx="274320" cy="32004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51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CALCUL ÉTAPE PAR ÉTAPE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44475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50792" y="1417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par groupe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810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CVR_test = 4 812 / 218 400 = 2,20 %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CVR_ctrl =   764 /  54 600 = 1,40 %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(HAVING users ≥ 50 — OK ici)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265176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72491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50792" y="2697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absolu &amp; relatif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21608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abs = 2,20 – 1,40 = +0,80 pp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rel = 0,80 / 1,40 = +57 %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(z-test 2 prop → significatif)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4005072"/>
            <a:ext cx="320040" cy="32004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50792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aux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21608" y="4370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Convs incr = 218 400 × 0,80%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1 747 convs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 incr   = 1 747 × 127€ (panier)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222 000 €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ROAS incr  = 222 000 / 148 000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1,50 ×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03920" y="2834640"/>
            <a:ext cx="27432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23960" y="137160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 w="19050">
            <a:solidFill>
              <a:srgbClr val="4FAE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508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causées par YouTube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1 747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9098280" y="3108960"/>
            <a:ext cx="2514600" cy="0"/>
          </a:xfrm>
          <a:prstGeom prst="line">
            <a:avLst/>
          </a:prstGeom>
          <a:noFill/>
          <a:ln w="9525">
            <a:solidFill>
              <a:srgbClr val="4FAE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COMMENT ON L'OBTIENT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3474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N_exposés × lift_absolu_pp. Revenue incr 222K€, ROAS incrémental 1,50× (vs 4,13× last-click). C'est la SEULE vraie mesure d'incrémentalité chez Google.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5760720"/>
            <a:ext cx="109728" cy="64008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ÉTUDIANTS SAVENT ÇA, ILS SAVENT TOUT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réflexes de lecture d'un output DCR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167128"/>
            <a:ext cx="457200" cy="45720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2 inputs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43230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Quelles TABLES sont jointes ? Sur quelle CLÉ (hash_email, RampID, user_id) ? 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816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la clause JOIN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4553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communs uniquement • LEFT = tous A + match B • FULL OUTER = UNION. Le type de JOIN change tout.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93592"/>
            <a:ext cx="457200" cy="45720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5295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filtre k-anon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85876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COUNT(DISTINCT user) ≥ 50 (Google) ou ≥ 100 (contractuel DCR). Sans ce filtre, output invalide.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306824"/>
            <a:ext cx="457200" cy="45720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2428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 pattern de calcul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5720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JOIN+COUNT (combien ?) / CVR-LIFT (incrémental ?) / AGG-k-anon (ventilé ?). 90% des outputs rentrent dans ces 3 cases.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020056"/>
            <a:ext cx="457200" cy="45720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956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 à la décision business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528523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output sans action = une requête coûteuse inutile. Toujours demander : « Qu'est-ce que je DÉCIDE avec ce chiffre ? 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  —  © Babacar Gueye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• Data Clean Rooms • Behind the Outputs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3276</Words>
  <Application>Microsoft Office PowerPoint</Application>
  <PresentationFormat>Grand écran</PresentationFormat>
  <Paragraphs>523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DCR — Behind the Outputs</dc:title>
  <dc:subject>PptxGenJS Presentation</dc:subject>
  <dc:creator>PptxGenJS</dc:creator>
  <cp:lastModifiedBy>Babacar Gueye</cp:lastModifiedBy>
  <cp:revision>3</cp:revision>
  <dcterms:created xsi:type="dcterms:W3CDTF">2026-04-14T03:04:02Z</dcterms:created>
  <dcterms:modified xsi:type="dcterms:W3CDTF">2026-04-14T05:06:20Z</dcterms:modified>
</cp:coreProperties>
</file>