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30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 ROOMS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 Cases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 •  InfoSum  •  LiveRamp  •  Snowflake  •  Google ADH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46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4846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4846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4846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4846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4846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846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0" y="48463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4846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Hacking  •  BAC+5 Promo 2026  •  Babacar Gueye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d'usage décomposé en 6 étapes : Scénario • Objectif • Jointure Data • Résultat • Segmentation • Activation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5 plateformes × 2 cas d'usage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tour de table des principaux acteurs de data clean rooms, avec cas d'usage concret pour chacun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8221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BFD4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Computing • Trusted Execution Environments (TEE)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retailer × marque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incrémentalité publicitaire pharma (respect données santé)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0248" y="1234440"/>
            <a:ext cx="38221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BFD4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3128" y="14173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3128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architecture • Data never moves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2514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CRM publisher × advertiser pour enrichir le ciblage TV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Dé-duplication reach cross-publishers (RMN + CTV + social)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234440"/>
            <a:ext cx="38221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14173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03336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• RampID • Safe Haven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49056" y="2514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cross-device pour retargeting cookieless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49056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retailer × CPG pour closed-loop measurement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38221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BFD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1605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60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4800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 • Native Data Clean Room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Bank × Insurance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prédictive churn télécom (enrichissement avec partenaires)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70248" y="3977640"/>
            <a:ext cx="38221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BFD4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53128" y="41605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3128" y="4160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53128" y="4800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Data Hub • SQL sandbox sur YouTube &amp; Google Ads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98848" y="5257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Frequency YouTube dédupliqué par device et âge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98848" y="5897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—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analysis avec groupe contrôle PSA (ghost-ads)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0456" y="3977640"/>
            <a:ext cx="3822192" cy="260604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03336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6 ÉTAPES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49056" y="4663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Scénario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277856" y="4663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Objectif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49056" y="5212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Jointure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77856" y="5212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Résultat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49056" y="5760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Segmentation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277856" y="5760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Activation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Computing • Trusted Execution Environments (TEE)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132845"/>
          </a:solidFill>
          <a:ln w="19050">
            <a:solidFill>
              <a:srgbClr val="6E5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MARCHÉ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4251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Neutre. Attestation hardware (Intel SGX/AMD SEV). Zero-trust — même Decentriq ne voit rien.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retailer × marque — ciblage clients premium communs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incrémentalité publicitaire pharma (respect données santé)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retailer × marque — ciblage clients premium communs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— Cas d'usage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 •  UC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(retailer) et L'Oréal (CPG) veulent lancer une offre exclusive sur une gamme de soins haut de gamme. Chacun a sa base clients (10M et 4M). Ni l'un ni l'autre ne veut partager ses données brutes.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clients Carrefour qui sont aussi acheteurs réguliers de la gamme L'Oréal premium, afin de co-construire une audience à très fort potentiel.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des 2 fichiers (hash SHA-256 email + téléphone) dans une Data Clean Room Decentriq TEE. Attestation cryptographique. Join INNER sur hash_email OR hash_phone. Règles validées par les 2 DPO.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127 400 clients communs identifiés. Métriques agrégées (k≥100) : panier moyen 86€ Carrefour, 142€ L'Oréal, fréquence 2,3 visites/mois. Aucun user-ID en clair ne sort du TEE.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sous-segments : « Power premium » (≥3 achats/an, 18K users), « Occasionnels qualifiés » (42K), « Primo-prescripteurs » (67K). Chacun dispose d'un profil enrichi anonymisé.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vers Carrefour Links Retail Media (DSP du retailer) + The Trade Desk via audience push sécurisée. Campagne display + CTV ciblée uniquement sur les 3 segments.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permet à 2 acteurs concurrents au CRM de collaborer sans JAMAIS échanger leurs données. L'attestation TEE est la preuve technique que même Decentriq ne peut pas voir le contenu — c'est le seul standard acceptable pour les comités de direction paranos sur la RGPD.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incrémentalité publicitaire pharma (respect données santé)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— Cas d'usage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 •  UC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Sanofi finance une campagne d'information santé (diabète). Un hôpital partenaire détient les données anonymisées des patients exposés/non-exposés. Le secteur santé interdit tout partage direct de données patients.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si la campagne a CAUSÉ une augmentation des prises de rendez-vous de dépistage, en respectant le secret médical et le RGPD Art. 9 (données de santé).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exposition Sanofi (user_hash + date_exposition) + données agrégées hôpital (user_hash + event_dépistage) → chargées dans Decentriq enclave. Script de test A/B validé par DPO des 2 parties avant exécution.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absolu : +2,8 pp de prise de RDV chez les exposés (11,4%) vs contrôle (8,6%). Lift relatif +33%. IC 95% : [+1,9 ; +3,7]. p-value &lt; 0,01. Seuls les agrégats sortent du TEE.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par tranche d'âge et zone géographique : lift maximal sur les 45-54 ans en zone péri-urbaine (+5,2 pp). Faible lift chez les 18-34 (+0,6 pp, non-signif).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Réallocation budget Q3 : +40% sur 45-54 péri-urbain, -60% sur 18-34. Export de l'audience « lookalike 45-54 péri-urbain » vers Google DV360 via connecteur Decentriq → Google Ads sécurisé.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 rooms = seul setup légalement viable pour croiser données santé avec données advertiser. Le lift causal (+33%) n'aurait jamais pu être prouvé sans la clean room. Ici la CR n'est pas « nice-to-have » — c'est le seul chemin vers la mesure.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architecture • Data never moves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132845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MARCHÉ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4251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Neutre. Chaque partenaire garde ses données chez lui (Bunker). Seules les requêtes voyagent. Interopérabilité Meta, Google, Amazon DSPs.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CRM publisher × advertiser pour enrichir le ciblage TV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Dé-duplication reach cross-publishers (RMN + CTV + social)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CRM publisher × advertiser pour enrichir le ciblage TV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 — Cas d'usage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  •  UC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(broadcaster) veut vendre des inventaires TV adressables à Heineken. Heineken veut cibler uniquement des foyers à forte consommation de bière premium. M6 a des profils spectateurs, Heineken a son CRM consommateurs.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audience addressable TV « foyers heavy-drinkers craft beer » sans partager les CRM bruts de part ni d'autre.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Bunker InfoSum M6 (10M foyers + segments viewing) + Bunker InfoSum Heineken (1,8M conso). Match probabiliste multi-variables (email hash + postal + mobile) via LiveMatch InfoSum. Aucune donnée ne quitte les bunkers.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identifié : 820K foyers communs. Parmi eux, 310K « heavy drinkers premium » (≥6 packs/mois). Metrics : ARPU Heineken 45€/mois, 74% affinité TV soirée sport.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propension par foyer (low/mid/high). Segment prioritaire = 310K foyers heavy drinkers × forte exposition TV sport (lundi-mercredi 20h-22h).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dans M6 Bigdata TV (plateforme ATV de M6) + simultanément sur Meta via InfoSum → Meta connector. Campagne cross-device cohérente, mesure de reach dédupliquée dans InfoSum.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clé InfoSum c'est « data never moves » — architecture décentralisée. Pour les broadcasters et les géants média qui refusent de déposer leurs CRM ailleurs, c'est l'argument n°1. Les bunkers sont hébergés chez chaque partenaire, InfoSum ne fait que router les requêtes.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Dé-duplication reach cross-publishers (RMN + CTV + social)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 — Cas d'usage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INFOSUM  •  UC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 lance une méga-campagne Knorr sur 4 publishers : Carrefour Links (RMN), TF1 (CTV), Meta, TikTok. Chaque publisher rapporte un reach, mais la somme des reach = double comptage massif.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reach VRAIMENT unique cross-publishers et la fréquence réelle par foyer, pour arbitrer le mix budgétaire Q2.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bunkers InfoSum (1 par publisher) + 1 bunker Unilever (CRM + plan de campagne). Requête de déduplication cross-bunkers sur hash téléphone/email. Résultats agrégés uniquement.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claimed (somme) : 38M. Reach réel dédupliqué : 22,4M (–41% d'overlap). Fréquence moyenne réelle : 5,2 (vs 3 claimé par chaque publisher). 2 segments suréxposés.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buckets : « under-exposés » (freq 1-2, 6M foyers, à pousser), « optimal » (freq 3-5, 11M), « sur-saturés » (freq ≥8, 5,4M, à capper).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Renvoi des audiences « under-exposés » vers TF1 et Carrefour Links pour pousser du reach incrémental. Capping cross-canal paramétré via InfoSum → DSP (The Trade Desk + Meta Ads Manager).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décentralisée InfoSum est particulièrement puissante pour le cross-publishers : aucun publisher n'a à céder son CRM à un autre pour calculer le reach dédupliqué. Résultat ici : Unilever découvre qu'elle a payé 41% d'impressions en double. Arbitrage budget direct.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• RampID • Safe Haven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132845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MARCHÉ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4251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d'identité pivot (RampID). Very strong pour le cookieless ; cœur de l'écosystème addressable 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cross-device pour retargeting cookieless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retailer × CPG pour closed-loop measurement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cross-device pour retargeting cookieless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 — Cas d'usage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  •  UC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 a perdu ~40% de ses conversions trackables avec la fin des cookies tiers. Il voit des panier-abandons sur desktop mais ne sait plus re-cibler ces mêmes users sur mobile ou in-app.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Reconstituer l'identité cross-device et ré-activer un retargeting efficace sur mobile, CTV, Desktop dans un monde 100% cookieless.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Decathlon (email hash) → LiveRamp Safe Haven → résolution vers RampID (identifiant pivot) → graph cross-device (mobile_ads_id, CTV_id, hashed_IP, postal). Pas de PII en clair.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match 81% du CRM vers RampID. 4,2M users résolus en 12,1M endpoints (devices + channels). Taux de reconnaissance cross-device = 2,88× → chaque client adressable sur ~3 canaux.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« panier abandonné depuis &lt;7j » (320K RampIDs), « client inactif 90j » (1,1M), « VIP silencieux » (42K). Chaque segment poussé avec son propre message.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via LiveRamp Data Marketplace vers The Trade Desk, DV360, Meta (via Meta Advanced Matching), Amazon Ads, Roku. 1 CRM segment → 5 DSPs activés en 1 clic.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 est LA rampe de lancement cookieless du marché US/retail. RampID est l'identifiant pivot qui remplace le cookie tiers dans de nombreux écosystèmes. Sans LiveRamp, l'advertiser doit intégrer 5 DSPs séparément — avec, c'est 1 audience → 5 activations.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retailer × CPG pour closed-loop measurement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 — Cas d'usage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LIVERAMP  •  UC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Procter &amp; Gamble finance une campagne Ariel sur les médias Kroger (RMN US). Difficulté : prouver à P&amp;G que les exposés ont VRAIMENT acheté Ariel chez Kroger — sans que Kroger divulgue les tickets de caisse.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ROAS incrémental en attribuant les achats Ariel chez Kroger aux exposés Kroger Media, avec un groupe contrôle rigoureux.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Kroger Media (RampID + date) + achats Ariel chez Kroger (RampID + SKU + montant) dans le Safe Haven LiveRamp. Join sur RampID. Groupe contrôle PSA sélectionné par LiveRamp.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last-click affiché : 6,20x. ROAS INCRÉMENTAL LiveRamp : 2,45x. Delta : 60% du ROAS « affiché » n'est pas causal. Uplift ventes Ariel exposés vs contrôle : +18%.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Deciles de propension d'achat : les deciles 7-10 délivrent 85% du lift. Deciles 1-3 = lift non-significatif. Segmentation actionnable pour pousser seulement les hauts-propensifs.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Reciblage programmatique sur Kroger Precision Marketing (RMN) + retargeting DV360 sur les deciles 7-10 uniquement. Baisse budget –35% sur deciles 1-3. Mesure continue closed-loop.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measurement : LiveRamp réconcilie exposition et vente physique sans qu'aucun acteur ne voie les données de l'autre. C'est le « graal » du retail media : prouver l'incrémentalité. Beaucoup d'advertisers découvrent que leur ROAS last-click est 2 à 3× plus élevé que le ROAS causal.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 • Native Data Clean Room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132845"/>
          </a:solidFill>
          <a:ln w="19050">
            <a:solidFill>
              <a:srgbClr val="29B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MARCHÉ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4251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cloud pivotale. Clean room native en SQL, pas de déplacement de données (Secure Data Sharing). Excellent pour équipes data mature.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Bank × Insurance — cross-sell sur segments communs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prédictive churn télécom (enrichissement avec partenaires)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Bank × Insurance — cross-sell sur segments communs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— Cas d'usage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•  UC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(banque) et AXA (assurance) veulent proposer à leurs clients communs une offre croisée (crédit immobilier + assurance habitation). Chacun a son CRM ; la réglementation bancaire empêche tout partage direct.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clients communs éligibles à l'offre croisée et mesurer le taux de conversion incrémental, dans un environnement Snowflake partagé.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Secure Data Sharing : compte BNP + compte AXA + compte joint (DCR). Row Access Policy + Data Masking. Join SQL sur email_hash + iban_hash. Colonnes PII automatiquement masquées.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180 400 clients communs identifiés. 34% éligibles crédit immo (score + âge + ancienneté). Panier moyen cross-sell : 1 240€ commission consolidée. Durée moyenne de conversion 22 jours.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: « Proche acquisition » (score &gt;80, 22K), « Cross-sell naturel » (42K), « À nurture » (60K), « Low propensity » (56K). Score pro-intégré via ML Snowflake (Snowpark).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vers Braze (BNP) pour emailing personnalisé + export audience vers Meta Ads (AXA) via Snowflake → Meta connector. Chaque segment reçoit sa stratégie canal/message.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excelle quand les 2 partenaires sont déjà sur Snowflake : le Secure Data Sharing est instantané, la clean room est en SQL pur (Row Access Policy). La courbe d'apprentissage est élevée pour les équipes non-data, mais la puissance analytique est inégalée.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prédictive churn télécom (enrichissement avec partenaires)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— Cas d'usage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•  UC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(télécom) veut prédire le churn de ses abonnés B2C à 90 jours. Son modèle interne plafonne à 0,72 AUC. Les données comportementales de ses partenaires (usage streaming, e-commerce) pourraient enrichir le modèle.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dataset Orange avec signaux externes (partenaires Spotify, Canal+, Fnac) pour faire passer le modèle de churn de 0,72 à &gt;0,82 AUC, sans que les partenaires partagent de PII brute.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room Snowflake multi-parties : tables Orange (CDR, facturation, CRM) + tables partenaires (usage agrégé hashé). Join hash_email. Snowpark ML entraine le modèle uniquement dans la clean room ; artefacts du modèle restent dans Orange.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du modèle passe de 0,72 à 0,84 (+12 pp). Top features enrichissantes : « baisse usage streaming mois-1 » (gain 0,06), « baisse e-commerce mois-2 » (+0,04). 48 000 abonnés prédits « à risque haut » (precision 78%).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de risque : Haut (48K, action immédiate), Moyen (126K, nurture), Bas (stable). Score mis à jour quotidiennement via pipeline Snowflake Tasks.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audience « Haut risque » vers centre d'appels Orange (Salesforce Service Cloud) pour proactive call + offre rétention. Segment « Moyen » → campagne email nurture Braze. Automatisation via Snowflake Streams + reverse ETL Hightouch.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 Snowflake joue deux rôles : clean room (data sharing neutre) ET plateforme ML. Enrichir un modèle de churn avec des signaux externes sans JAMAIS charger de données tierces dans l'environnement Orange = exemple parfait du gain de performance rendu possible par la DCR.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Data Hub • SQL sandbox sur YouTube &amp; Google Ads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1188720"/>
          </a:xfrm>
          <a:prstGeom prst="roundRect">
            <a:avLst>
              <a:gd name="adj" fmla="val 7692"/>
            </a:avLst>
          </a:prstGeom>
          <a:solidFill>
            <a:srgbClr val="132845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MARCHÉ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4251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Walled garden Google. Accès granulaire aux logs YouTube/Google Ads via SQL, avec seuil k-anonymité (≥50). Incontournable pour les annonceurs YouTube.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Frequency YouTube dédupliqué par device et âge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52120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303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53035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analysis avec groupe contrôle PSA (ghost-ads)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Frequency YouTube dédupliqué par device et âge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 — Cas d'usage 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  •  UC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ModeVerte (e-commerce mode) lance une campagne YouTube Spring Collection sur 4 formats (Skippable, Bumper, Masthead, TrueView). Google Ads annonce 1,4M impressions mais ne précise pas la portée unique cross-device.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reach unique par device × âge ET la fréquence réelle, identifier les segments saturés vs sous-exposés, pour arbitrer le mix budget Q2.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google_ads_impressions (logs niveau impression, user_id hashé par Google) + table customer_match.modeverte (CRM uploadé en hash SHA-256). SQL ADH avec SELECT agrégés, HAVING COUNT(DISTINCT user_id) ≥ 50.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filtrable : 17 380 users uniques × 3,95 freq moy. 2 segments FILTERED (&lt;50) : Desktop 55+ et Tablette 55+. Mobile 25-34 saturé à freq 3,82 (cap à baisser).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11 buckets device × âge. Priorisation : « Mobile 25-34 » = saturé (freq 3,82) → baisser le cap ; « TV connectée 35-44 » sous-exposé (freq 2,1) → pousser budget.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d'audiences ADH « TV_35-44_sous_exposés » activable directement sur DV360 + YouTube via « ADH audiences ». Pas d'export user-level possible (walled garden).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est le SEUL moyen d'obtenir de la granularité device × âge sur YouTube côté advertiser. La contrepartie : walled garden total (aucun export user-ID). On active dans l'écosystème Google uniquement. Règle du 50 à TOUJOURS rappeler aux étudiants : sans 50 users, ligne filtrée → zéro donnée.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analysis avec groupe contrôle PSA (ghost-ads)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 — Cas d'usage 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ADH  •  UC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ModeVerte dépense 148K€ sur YouTube Spring. Le ROAS last-click affiché est 4,13x mais le CFO doute : « ces acheteurs n'auraient-ils pas acheté sans la pub ? ».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03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Prouver l'incrémentalité causale en comparant CVR exposés vs contrôle PSA (Public Service Ads) fourni par Google via le dispositif Ghost-Ads.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0456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25272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053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7616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google_ads_ghost_ads (experiment_id, user_id, groupe TEST/CONTROL) + google_ads_conversions. Randomisation gérée par Google. Join sur user_id, GROUP BY grp, seuil k ≥ 50.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exposés : 2,20% vs CVR contrôle : 1,40%. Lift absolu : +0,80 pp. Lift relatif : +57%. 1 747 conversions incrémentales. Revenue incrémental 222K€. ROAS INCRÉMENTAL : 1,50x.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054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0328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ventilé par segment : meilleur lift sur 25-34 Mobile (+88%), faible lift 55+ (+12% non-signif). Déciles de propension : les 3 premiers (users high-propensity) portent 70% du lift.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2944368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BFD4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3054096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60536" y="3054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Réallocation budget : +30% YT sur 25-34 Mobile, –50% sur 55+. Audience ADH « high_propensity_high_lift » poussée sur YouTube Masthead en Q2. KPI cible comité : ROAS incrémental ≥ 1,80x.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709160"/>
            <a:ext cx="1156716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709160"/>
            <a:ext cx="137160" cy="16916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BUSINESS &amp; LECTURE PÉDAGO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ROAS last-click (4,13x) vs ROAS incrémental (1,50x) est l'insight le plus disruptif qu'ADH apporte. Les étudiants doivent comprendre que l'attribution classique surévalue massivement la performance : ADH est le GPS qui remet le vrai nord causal.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plateformes, 5 philosophies — mais 1 méthode partagée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176272"/>
            <a:ext cx="502920" cy="50292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Neutres vs Walled gardens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Decentriq / InfoSum / LiveRamp / Snowflake = neutres (activable multi-DSPs). Google ADH = walled garden (activable uniquement dans Google).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52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218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(Decentriq), décentralisée (InfoSum), identité pivot (LiveRamp), cloud natif (Snowflake), SQL sandbox (ADH).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675888"/>
            <a:ext cx="502920" cy="50292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6027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k-anon ≥ seuil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9684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plateforme impose un seuil de k-anonymité (50 chez Google, 100 ailleurs selon contrats). JAMAIS de données individuelles en sortie.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425696"/>
            <a:ext cx="502920" cy="50292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25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3525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= use case + maturité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47183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choix dépend du partenaire, du secteur (pharma ? retail ? télécom ?) et de la maturité data de vos équipes.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175504"/>
            <a:ext cx="502920" cy="50292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75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5102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 aux 10 UC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54681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6 étapes : Scénario → Objectif → Jointure data → Résultat → Segmentation → Activation.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 • babacar.gueye@edia.fr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EDIA Growth Hacking  •  Data Clean Rooms  •  10 Use Cases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3935</Words>
  <Application>Microsoft Office PowerPoint</Application>
  <PresentationFormat>Grand écran</PresentationFormat>
  <Paragraphs>384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EDIA Growth Hacking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DCR — 10 Use Cases</dc:title>
  <dc:subject>PptxGenJS Presentation</dc:subject>
  <dc:creator>PptxGenJS</dc:creator>
  <cp:lastModifiedBy>Babacar Gueye</cp:lastModifiedBy>
  <cp:revision>2</cp:revision>
  <dcterms:created xsi:type="dcterms:W3CDTF">2026-04-14T02:54:37Z</dcterms:created>
  <dcterms:modified xsi:type="dcterms:W3CDTF">2026-04-14T04:59:32Z</dcterms:modified>
</cp:coreProperties>
</file>